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091"/>
    <p:restoredTop sz="94622"/>
  </p:normalViewPr>
  <p:slideViewPr>
    <p:cSldViewPr snapToGrid="0">
      <p:cViewPr varScale="1">
        <p:scale>
          <a:sx n="108" d="100"/>
          <a:sy n="108" d="100"/>
        </p:scale>
        <p:origin x="12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dirty="0"/>
              <a:t>20</a:t>
            </a:r>
            <a:r>
              <a:rPr lang="it-IT" noProof="0" dirty="0"/>
              <a:t>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91</Words>
  <Application>Microsoft Macintosh PowerPoint</Application>
  <PresentationFormat>Widescreen</PresentationFormat>
  <Paragraphs>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Lezione 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3</cp:revision>
  <dcterms:created xsi:type="dcterms:W3CDTF">2025-12-19T16:19:35Z</dcterms:created>
  <dcterms:modified xsi:type="dcterms:W3CDTF">2025-12-19T16:26:29Z</dcterms:modified>
</cp:coreProperties>
</file>