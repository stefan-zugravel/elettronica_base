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1"/>
    <p:restoredTop sz="94622"/>
  </p:normalViewPr>
  <p:slideViewPr>
    <p:cSldViewPr snapToGrid="0">
      <p:cViewPr varScale="1">
        <p:scale>
          <a:sx n="106" d="100"/>
          <a:sy n="106" d="100"/>
        </p:scale>
        <p:origin x="111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noProof="0" dirty="0"/>
              <a:t>Lezione 4</a:t>
            </a:r>
            <a:br>
              <a:rPr lang="it-IT" noProof="0" dirty="0"/>
            </a:br>
            <a:r>
              <a:rPr lang="en-US" i="1"/>
              <a:t>Introduction to FPGAs and Xilinx devices</a:t>
            </a:r>
            <a:endParaRPr lang="it-IT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dirty="0"/>
              <a:t>20</a:t>
            </a:r>
            <a:r>
              <a:rPr lang="it-IT" noProof="0" dirty="0"/>
              <a:t>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</TotalTime>
  <Words>98</Words>
  <Application>Microsoft Office PowerPoint</Application>
  <PresentationFormat>Widescreen</PresentationFormat>
  <Paragraphs>23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Lezione 4 Introduction to FPGAs and Xilinx devices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4</cp:revision>
  <dcterms:created xsi:type="dcterms:W3CDTF">2025-12-19T16:19:35Z</dcterms:created>
  <dcterms:modified xsi:type="dcterms:W3CDTF">2025-12-26T14:34:38Z</dcterms:modified>
</cp:coreProperties>
</file>