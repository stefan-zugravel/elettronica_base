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592"/>
    <p:restoredTop sz="94653"/>
  </p:normalViewPr>
  <p:slideViewPr>
    <p:cSldViewPr snapToGrid="0">
      <p:cViewPr varScale="1">
        <p:scale>
          <a:sx n="142" d="100"/>
          <a:sy n="142" d="100"/>
        </p:scale>
        <p:origin x="15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9E4411-F617-6844-B543-1D0C1529BD09}" type="datetimeFigureOut">
              <a:rPr lang="en-US" smtClean="0"/>
              <a:t>12/19/25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511362C-BAF5-F649-B307-735187DD2A6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8310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90CC09-4F99-73CF-3366-BF8553ECF2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3C83AEC-9108-F6A8-E7DC-3EC9CBC838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A821C4-69B6-52C3-D54E-D60D3B6C6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EF18E1-7780-0444-88D5-285D16C52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A2649C-D98B-6F9D-14BF-9570D30EBD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692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9F207-E794-97E7-C24F-26200A8A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0554C-0CAC-9D52-F13B-6508B076C1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4980E-BC28-A35E-E794-F0565658A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4B525C-D173-F9E8-331C-2C132E1A4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59FE64-D721-0A1E-66D3-C9B6123AE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3715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18E39-A926-C5D4-9AD2-2FA4CA393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EE4202-5CE0-9436-AC2D-95C4864A0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8FBABE-7373-84FF-EB0E-C5D958B89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87F5CC-9E1E-F96B-112F-38B46DFCE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4EFD4D-8A85-6469-838B-313ECA182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235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2D3CA-F062-F77B-B074-2A33BAC09E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85AA04-2768-7AC8-DBBB-A6B82146F0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7B78161-6FD8-7284-D0FA-83D5C5DD60F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B5B2D6-474C-6E37-53B5-7091AA123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031AC5-061B-0D20-719B-32067F68B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98CA48-E113-973F-F95E-F67A004CD7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01211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5ABF5-1272-0F68-EDEF-3453397E48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27C664-453D-E132-E2B4-24BFCCBE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E72550-C703-F076-4460-4A4FEE8C55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06E0DCA-2861-F3F6-B1CB-72364E67168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745173-E99E-415F-8BD5-99EA69B61DD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8F21D1C-2FAD-FA37-88B0-C3659B8E40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08E07A7-5BF9-9B60-25C5-13688C0A06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190E01F-A640-4955-1894-A519A90863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266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770AB-F38F-99EA-731C-6BA901DB4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11A3DDD-C652-331A-175D-7D760C357B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E82C9BC-97D0-A2CB-88C8-4CF04BBA5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B02680-3FDF-DFD1-6CB5-5D4B747B3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8605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75FE201-D63C-60D5-E2EC-B9EBCB9E3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F66D342-1931-2AA9-7687-847C75860D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B660A9-F43D-227C-8234-BEE60AD3E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88931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C7EEB-6C02-EE30-731A-E8DC27692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C31621-A74F-6FD6-AF9C-7460CA2556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3E421CD-9C08-A7FA-6BA1-068FB504A4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9FB45AB-3867-817E-B76E-AD80391FF4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C23CDE-B99F-2B00-1084-5515E91F8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BF4A5B-153A-F4A2-81D6-4F6CDAC92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311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0E77E-622F-E699-2C0C-A966E665C4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55DF43E-D898-8F05-6B59-BC75E23ED2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1366EBC-ABE3-35FC-79CE-41D83BEFD7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ED10DD-E564-924A-81B0-5505128005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5CF2CA-200F-385D-6F98-F5283340CD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AD4557-82BF-F2CD-B5F6-453611F66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64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E4E643-7B29-C55D-D719-874E338A9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7B2EFE-7A94-BB1F-7602-AC3179B94D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9B5185-4074-5175-94CD-23FE2ABAB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603EA6-4656-6E06-A172-6F5455A6FE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57D197-7D89-DA98-857A-C77CE6B76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20818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5997297-C2CE-3D6C-773C-F5EB862FF4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E3970A-2CB4-0F8F-BDA7-74352434A2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85B086-673B-B729-FD68-7FE63355EA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0C8E6A-802F-3B39-3714-87A12F8889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20551-5951-58F9-8A60-63056AC976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5933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90F075-3597-1995-5933-30721CFFF8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397" y="136526"/>
            <a:ext cx="11861805" cy="1048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DE9CD7-3294-BD6F-6A39-47EEF2A68F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667" y="1444624"/>
            <a:ext cx="11260666" cy="46767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195D53-F3BA-4A9E-FB43-580B243B254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523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22/01/2026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DC6F5-2297-C89D-3F5F-22CFBCDDED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Stefan Cristi Zugravel, elettronica base, TPS lezione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70B34-7185-C310-F8B4-DCF2EB1AC8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71003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7C12E76-5DE4-834B-BE10-AD31AA7B20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5915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rgbClr val="FF0000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4E2A9-1BBB-033E-FB60-A294602232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it-IT" noProof="0" dirty="0"/>
              <a:t>Lezione 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79211EB-655F-BF24-C191-876947CFA1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it-IT" noProof="0" dirty="0"/>
              <a:t>Stefan Cristi Zugravel</a:t>
            </a:r>
            <a:br>
              <a:rPr lang="it-IT" noProof="0" dirty="0"/>
            </a:br>
            <a:r>
              <a:rPr lang="it-IT" dirty="0"/>
              <a:t>22</a:t>
            </a:r>
            <a:r>
              <a:rPr lang="it-IT" noProof="0" dirty="0"/>
              <a:t>/01/2026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C8F82B-882C-1CE2-F12C-EDDE04BDA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14D199-64B3-165F-3947-6C87785A30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532777-6923-89C2-B843-DEF51F5D4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75652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764B3C-B2F0-057A-4F99-5926DF407A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5069D2-11D9-4624-4A46-6A34A39910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E49AE5E-D7FC-B204-4711-0A934E3F2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CE9EEB-2B8C-6504-1628-261C93B539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819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3831D-7EE9-8F96-3CC0-17CE864BC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DCC5E95-781C-B4A1-9DA1-D41D71CA37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DB06FD-DC42-2A37-C456-38F5D4C87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582F3B-1E6B-9D88-A8AA-5BABEC4E69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8108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1E47E-C9F1-4473-EF3A-12ACF1760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B86BCD4-44AE-0281-1B1D-72B9CD781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3D8BD6-9020-3566-C328-14E09DCF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8AD1A5-F549-1C27-91F8-0EDD5C616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0864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25CC35-D1B5-0DDB-6E74-E4D1DECBB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3AA82B-873C-BA3A-71EE-25CBED7C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307709-A996-F678-8735-0D17F8460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1EC889A-6888-B49A-51DD-597956B147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3613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D0D09-9360-9E12-1935-0ED34C3F8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4D4AA3-2805-A55F-2A4D-F6833C987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1E8780-D153-5368-8F48-9762B7D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DDA955-28A5-56E5-673D-9E24662E6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734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68023-AF5A-4E6D-4418-750D164001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99AF3E-D271-0D0E-8F8F-AC42B117CC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22/01/2026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675BE5-0B0D-BB52-FF35-4693413BB2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Stefan Cristi Zugravel, elettronica base, TPS lezione 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E042B2F-FDB6-AF53-7B37-5DD5F6FC5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C12E76-5DE4-834B-BE10-AD31AA7B20EC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6103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DE55867-5D67-1E41-9192-86340F9BEBDB}" vid="{B520FB49-E285-CC43-B384-56C483B2EBC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</TotalTime>
  <Words>91</Words>
  <Application>Microsoft Macintosh PowerPoint</Application>
  <PresentationFormat>Widescreen</PresentationFormat>
  <Paragraphs>23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Lezione 5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Cristi Zugravel</dc:creator>
  <cp:lastModifiedBy>Stefan Cristi Zugravel</cp:lastModifiedBy>
  <cp:revision>3</cp:revision>
  <dcterms:created xsi:type="dcterms:W3CDTF">2025-12-19T16:19:35Z</dcterms:created>
  <dcterms:modified xsi:type="dcterms:W3CDTF">2025-12-19T16:27:20Z</dcterms:modified>
</cp:coreProperties>
</file>