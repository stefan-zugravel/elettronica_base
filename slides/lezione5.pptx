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6" r:id="rId4"/>
    <p:sldId id="277" r:id="rId5"/>
    <p:sldId id="265" r:id="rId6"/>
    <p:sldId id="278" r:id="rId7"/>
    <p:sldId id="279" r:id="rId8"/>
    <p:sldId id="269" r:id="rId9"/>
    <p:sldId id="268" r:id="rId10"/>
    <p:sldId id="274" r:id="rId11"/>
    <p:sldId id="275" r:id="rId12"/>
    <p:sldId id="267" r:id="rId13"/>
    <p:sldId id="266" r:id="rId14"/>
    <p:sldId id="264" r:id="rId15"/>
    <p:sldId id="263" r:id="rId16"/>
    <p:sldId id="271" r:id="rId17"/>
    <p:sldId id="272" r:id="rId18"/>
    <p:sldId id="273" r:id="rId19"/>
    <p:sldId id="270" r:id="rId20"/>
    <p:sldId id="258" r:id="rId21"/>
    <p:sldId id="259" r:id="rId22"/>
    <p:sldId id="260" r:id="rId23"/>
    <p:sldId id="261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22"/>
    <p:restoredTop sz="94659"/>
  </p:normalViewPr>
  <p:slideViewPr>
    <p:cSldViewPr snapToGrid="0">
      <p:cViewPr varScale="1">
        <p:scale>
          <a:sx n="142" d="100"/>
          <a:sy n="142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E4411-F617-6844-B543-1D0C1529BD0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1362C-BAF5-F649-B307-735187DD2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CC09-4F99-73CF-3366-BF8553ECF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83AEC-9108-F6A8-E7DC-3EC9CBC8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21C4-69B6-52C3-D54E-D60D3B6C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18E1-7780-0444-88D5-285D16C5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649C-D98B-6F9D-14BF-9570D30E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F207-E794-97E7-C24F-26200A8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554C-0CAC-9D52-F13B-6508B076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980E-BC28-A35E-E794-F0565658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525C-D173-F9E8-331C-2C132E1A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FE64-D721-0A1E-66D3-C9B6123A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1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8E39-A926-C5D4-9AD2-2FA4CA39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4202-5CE0-9436-AC2D-95C4864A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BABE-7373-84FF-EB0E-C5D958B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7F5CC-9E1E-F96B-112F-38B46DF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FD4D-8A85-6469-838B-313ECA18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3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D3CA-F062-F77B-B074-2A33BAC0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AA04-2768-7AC8-DBBB-A6B82146F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78161-6FD8-7284-D0FA-83D5C5DD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5B2D6-474C-6E37-53B5-7091AA12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1AC5-061B-0D20-719B-32067F6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8CA48-E113-973F-F95E-F67A004C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ABF5-1272-0F68-EDEF-3453397E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C664-453D-E132-E2B4-24BFCCBE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72550-C703-F076-4460-4A4FEE8C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E0DCA-2861-F3F6-B1CB-72364E671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45173-E99E-415F-8BD5-99EA69B61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21D1C-2FAD-FA37-88B0-C3659B8E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E07A7-5BF9-9B60-25C5-13688C0A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0E01F-A640-4955-1894-A519A908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70AB-F38F-99EA-731C-6BA901DB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A3DDD-C652-331A-175D-7D760C3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C9BC-97D0-A2CB-88C8-4CF04BB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02680-3FDF-DFD1-6CB5-5D4B747B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E201-D63C-60D5-E2EC-B9EBCB9E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D342-1931-2AA9-7687-847C7586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660A9-F43D-227C-8234-BEE60AD3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EEB-6C02-EE30-731A-E8DC2769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621-A74F-6FD6-AF9C-7460CA25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421CD-9C08-A7FA-6BA1-068FB504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B45AB-3867-817E-B76E-AD80391F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23CDE-B99F-2B00-1084-5515E91F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F4A5B-153A-F4A2-81D6-4F6CDAC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E77E-622F-E699-2C0C-A966E665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DF43E-D898-8F05-6B59-BC75E23E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66EBC-ABE3-35FC-79CE-41D83BEF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D10DD-E564-924A-81B0-55051280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CF2CA-200F-385D-6F98-F528334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4557-82BF-F2CD-B5F6-453611F6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6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E643-7B29-C55D-D719-874E338A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2EFE-7A94-BB1F-7602-AC3179B94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5185-4074-5175-94CD-23FE2ABA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3EA6-4656-6E06-A172-6F5455A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D197-7D89-DA98-857A-C77CE6B7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97297-C2CE-3D6C-773C-F5EB862F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970A-2CB4-0F8F-BDA7-74352434A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5B086-673B-B729-FD68-7FE63355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8E6A-802F-3B39-3714-87A12F88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0551-5951-58F9-8A60-63056AC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0F075-3597-1995-5933-30721CFF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1048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9CD7-3294-BD6F-6A39-47EEF2A6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444624"/>
            <a:ext cx="11260666" cy="467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5D53-F3BA-4A9E-FB43-580B243B2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3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DC6F5-2297-C89D-3F5F-22CFBCDDE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0B34-7185-C310-F8B4-DCF2EB1A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00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E2A9-1BBB-033E-FB60-A29460223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Labs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11EB-655F-BF24-C191-876947CFA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Stefan Cristi Zugravel</a:t>
            </a:r>
            <a:br>
              <a:rPr lang="it-IT" noProof="0" dirty="0"/>
            </a:br>
            <a:r>
              <a:rPr lang="it-IT" dirty="0"/>
              <a:t>22</a:t>
            </a:r>
            <a:r>
              <a:rPr lang="it-IT" noProof="0" dirty="0"/>
              <a:t>/01/2026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F82B-882C-1CE2-F12C-EDDE04BD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D199-64B3-165F-3947-6C87785A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2777-6923-89C2-B843-DEF51F5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6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4B3C-B2F0-057A-4F99-5926DF40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1692274"/>
          </a:xfrm>
        </p:spPr>
        <p:txBody>
          <a:bodyPr anchor="t">
            <a:normAutofit/>
          </a:bodyPr>
          <a:lstStyle/>
          <a:p>
            <a:r>
              <a:rPr lang="en-US" dirty="0"/>
              <a:t>Lab 0</a:t>
            </a:r>
            <a:br>
              <a:rPr lang="en-US" dirty="0"/>
            </a:br>
            <a:r>
              <a:rPr lang="en-US" dirty="0"/>
              <a:t>Keypad PCB with </a:t>
            </a:r>
            <a:r>
              <a:rPr lang="en-US" dirty="0" err="1"/>
              <a:t>KiCAD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069D2-11D9-4624-4A46-6A34A399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9AE5E-D7FC-B204-4711-0A934E3F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E9EEB-2B8C-6504-1628-261C93B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1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43474-B60B-1630-8282-DC0AC48D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73C7E-C716-C29C-055A-C8548C3B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45FB2-8DA5-CC55-8DB5-60A2CDF2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A99E-5312-1EF3-462A-C5B211D0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9769027B-8803-1830-FA53-729A9441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01" y="1366915"/>
            <a:ext cx="10262196" cy="48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0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50DB-BA5F-97DC-A4BA-CD149540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5F840-F489-295F-C084-0E6119E0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9838F-BD71-73B9-E02B-27BE114B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C6C1-3B19-311E-931D-25A91BE3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30AAF170-F109-3299-DB14-8DEA8C8DE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6" y="964453"/>
            <a:ext cx="5248921" cy="4929094"/>
          </a:xfrm>
          <a:prstGeom prst="rect">
            <a:avLst/>
          </a:prstGeom>
        </p:spPr>
      </p:pic>
      <p:pic>
        <p:nvPicPr>
          <p:cNvPr id="9" name="Picture 8" descr="A green circuit board with black and white squares&#10;&#10;AI-generated content may be incorrect.">
            <a:extLst>
              <a:ext uri="{FF2B5EF4-FFF2-40B4-BE49-F238E27FC236}">
                <a16:creationId xmlns:a16="http://schemas.microsoft.com/office/drawing/2014/main" id="{829B3E12-42EF-7D13-7B3C-34339224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274" y="967448"/>
            <a:ext cx="5546928" cy="492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6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E827-21C4-30A7-B02B-AA5DA383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7C8A-77C2-631E-EAEF-BAD4635A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5"/>
            <a:ext cx="11861805" cy="2212227"/>
          </a:xfrm>
        </p:spPr>
        <p:txBody>
          <a:bodyPr anchor="t">
            <a:normAutofit/>
          </a:bodyPr>
          <a:lstStyle/>
          <a:p>
            <a:r>
              <a:rPr lang="en-US" dirty="0"/>
              <a:t>Lab 1</a:t>
            </a:r>
            <a:br>
              <a:rPr lang="en-US" dirty="0"/>
            </a:br>
            <a:r>
              <a:rPr lang="en-US" dirty="0"/>
              <a:t>Current sensing PCB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5B82C-9EC8-9AA9-2EB1-19F199EE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1495C-DE04-867D-0044-DF370A4B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982DD-1C5E-87D0-8928-0C32712A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26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2BB7-92A3-5F4F-E174-6AF577D0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28209-C225-0A0E-68F1-C44F16F2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C4D5-F8AF-2B3D-3190-073A52EB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5BE46-A0F3-BC9D-2B31-F764ADD3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43B52-A104-F46F-9B78-C5C80FDFF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98" y="1420161"/>
            <a:ext cx="5105146" cy="4222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9E1FD2-A2C2-7D5C-1496-DD38E5EA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2190"/>
            <a:ext cx="5568202" cy="25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6671-54FE-E257-E057-0CABEB63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and 3D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B63E0-DEE2-0804-B061-1F593E28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371E0-AACF-1E80-23B1-8EF93920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A3FBF-836B-2789-C1C9-5535196B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AFDE34CD-F8C5-12C7-2094-DA9F40D47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06" y="1182416"/>
            <a:ext cx="3849983" cy="5176852"/>
          </a:xfrm>
          <a:prstGeom prst="rect">
            <a:avLst/>
          </a:prstGeom>
        </p:spPr>
      </p:pic>
      <p:pic>
        <p:nvPicPr>
          <p:cNvPr id="9" name="Picture 8" descr="A green circuit board with many green components&#10;&#10;AI-generated content may be incorrect.">
            <a:extLst>
              <a:ext uri="{FF2B5EF4-FFF2-40B4-BE49-F238E27FC236}">
                <a16:creationId xmlns:a16="http://schemas.microsoft.com/office/drawing/2014/main" id="{56CE2F23-0C6A-683C-9EDF-540BC14CC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92" y="1182416"/>
            <a:ext cx="5767336" cy="517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8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F5A8-AE6E-981B-3C14-FA069D0E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9700-F67A-0A75-91F9-8BE00597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2122580"/>
          </a:xfrm>
        </p:spPr>
        <p:txBody>
          <a:bodyPr anchor="t">
            <a:normAutofit/>
          </a:bodyPr>
          <a:lstStyle/>
          <a:p>
            <a:r>
              <a:rPr lang="en-US" dirty="0"/>
              <a:t>Lab 2</a:t>
            </a:r>
            <a:br>
              <a:rPr lang="en-US" dirty="0"/>
            </a:br>
            <a:r>
              <a:rPr lang="en-US" dirty="0"/>
              <a:t>Insert an FPGA in your PCB (quick preview)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621BA-1EAF-7170-32E4-960BC7AA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BCC6C-0EA0-899D-4DDA-8C856891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CD9BA-2C39-83C3-CA7F-88AE9789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6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2B93-9B9F-DE5B-172D-B3906CB4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FA82-9023-9053-17F8-D8756798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2122580"/>
          </a:xfrm>
        </p:spPr>
        <p:txBody>
          <a:bodyPr anchor="t">
            <a:normAutofit/>
          </a:bodyPr>
          <a:lstStyle/>
          <a:p>
            <a:r>
              <a:rPr lang="en-US" dirty="0"/>
              <a:t>Lab 3</a:t>
            </a:r>
            <a:br>
              <a:rPr lang="en-US" dirty="0"/>
            </a:br>
            <a:r>
              <a:rPr lang="en-US" dirty="0"/>
              <a:t>Inverter, logic gates and mux in VHDL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D7F95-90CA-6459-E69C-93144D84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0AF90-D9AE-CEC0-9938-62285D6D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3FD0C-F063-A1DE-B970-C6EB2984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1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FC17-A015-AAA3-E6FB-F8F5390B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76A21-5ED7-CC82-EBED-147ECA3F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06D97-3B6D-F1A7-7203-D605D4CB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D3836-468A-9F17-BF0A-785B90A4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D0466C7-6C34-A14C-9BA6-24D8E4BB5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926"/>
            <a:ext cx="3962400" cy="1206500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FE93DFA-7ABC-AF6D-AF19-6F87265B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6" y="2678814"/>
            <a:ext cx="11246167" cy="343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3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C7B8-3261-D2F7-2555-3E3CA021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50AE2-6804-3DFA-B635-EB8B9B6F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03F90-FCC2-EECE-97EF-0BFA7FD0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B8C0-4325-BA22-5828-5616730C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table of software programs&#10;&#10;AI-generated content may be incorrect.">
            <a:extLst>
              <a:ext uri="{FF2B5EF4-FFF2-40B4-BE49-F238E27FC236}">
                <a16:creationId xmlns:a16="http://schemas.microsoft.com/office/drawing/2014/main" id="{E5280D38-BD80-CFB8-2AC6-B8DBD38F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13" y="1074703"/>
            <a:ext cx="6318171" cy="528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0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D433-5DBC-85E5-3978-AD0F53EE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1305-B753-5985-9F55-56C78FB8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5"/>
            <a:ext cx="11861805" cy="2418415"/>
          </a:xfrm>
        </p:spPr>
        <p:txBody>
          <a:bodyPr anchor="t">
            <a:normAutofit/>
          </a:bodyPr>
          <a:lstStyle/>
          <a:p>
            <a:r>
              <a:rPr lang="en-US" dirty="0"/>
              <a:t>Lab 4</a:t>
            </a:r>
            <a:br>
              <a:rPr lang="en-US" dirty="0"/>
            </a:br>
            <a:r>
              <a:rPr lang="en-US" dirty="0"/>
              <a:t>Length tuning and de-skewing in </a:t>
            </a:r>
            <a:r>
              <a:rPr lang="en-US" dirty="0" err="1"/>
              <a:t>KiCAD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3081B-5565-64FA-CE06-06481FC6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5CABA-3F62-C733-ABBE-98E829A3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17CE1-2648-81C5-0343-8A5085EA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96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2F64-A2D1-5691-A421-9ACC80B1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C4D9-FCF5-88B5-3820-FE70E1D3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2274980"/>
          </a:xfrm>
        </p:spPr>
        <p:txBody>
          <a:bodyPr anchor="t">
            <a:normAutofit/>
          </a:bodyPr>
          <a:lstStyle/>
          <a:p>
            <a:r>
              <a:rPr lang="en-US" dirty="0"/>
              <a:t>Lab 5</a:t>
            </a:r>
            <a:br>
              <a:rPr lang="en-US" dirty="0"/>
            </a:br>
            <a:r>
              <a:rPr lang="en-US" dirty="0"/>
              <a:t>BCD counter in VHDL and </a:t>
            </a:r>
            <a:r>
              <a:rPr lang="en-US" dirty="0" err="1"/>
              <a:t>differnt</a:t>
            </a:r>
            <a:r>
              <a:rPr lang="en-US" dirty="0"/>
              <a:t> ways of dividing clock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D61D5-B01A-F7F9-70F3-CEB72BC2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20B62-9E4F-8C03-D55B-615B8101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69AC-3856-7258-6C10-8F27A650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88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B1F0-74E2-7108-008D-611863C1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BD7E-27EB-26C9-D876-17194D3A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5"/>
            <a:ext cx="11861805" cy="1961215"/>
          </a:xfrm>
        </p:spPr>
        <p:txBody>
          <a:bodyPr anchor="t">
            <a:normAutofit/>
          </a:bodyPr>
          <a:lstStyle/>
          <a:p>
            <a:r>
              <a:rPr lang="en-US" dirty="0"/>
              <a:t>Lab 6</a:t>
            </a:r>
            <a:br>
              <a:rPr lang="en-US" dirty="0"/>
            </a:br>
            <a:r>
              <a:rPr lang="en-US" dirty="0" err="1"/>
              <a:t>LTspice</a:t>
            </a:r>
            <a:r>
              <a:rPr lang="en-US" dirty="0"/>
              <a:t> labs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20DAD-531F-6280-39D0-10C4AEF0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15B3-E7DF-4257-2527-2333614A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58443-1BDB-60A5-B1DD-3DDD7DEC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2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6599-C912-ECB8-F561-1E805528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03A1-372A-C349-787D-FB1D52A8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2427380"/>
          </a:xfrm>
        </p:spPr>
        <p:txBody>
          <a:bodyPr anchor="t">
            <a:normAutofit/>
          </a:bodyPr>
          <a:lstStyle/>
          <a:p>
            <a:r>
              <a:rPr lang="en-US" dirty="0"/>
              <a:t>Lab 7</a:t>
            </a:r>
            <a:br>
              <a:rPr lang="en-US" dirty="0"/>
            </a:br>
            <a:r>
              <a:rPr lang="en-US" dirty="0"/>
              <a:t>FIR filter and DDS compiler using FPGA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AF600-FC3D-A8D6-FD41-85DC325E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5C898-27C7-5AF2-9D1D-1D9B5332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50A71-BB0A-DBFC-CDD6-55A8EB95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82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2999-4971-5F35-8902-6543AABA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filter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DAE53-A301-FF57-E3AB-C3C597AD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AEFE3-CFE0-6C04-9DD2-FB4EAD6E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D5078-ADAC-37F7-3E64-9EF1A00D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9421DF22-CD4F-E714-51B9-E174AC41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9936"/>
            <a:ext cx="7772400" cy="43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81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DDB4-749F-0847-1A16-5C833F19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94F6C-CB0F-2A95-84FC-E5D47C42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1CC7F-A24C-5C89-FC8A-7F83E01F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2BD8B-8C75-FBAC-0CD1-0B7009E8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5583E7-2410-E1AE-788C-60BA22037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31"/>
          <a:stretch>
            <a:fillRect/>
          </a:stretch>
        </p:blipFill>
        <p:spPr>
          <a:xfrm>
            <a:off x="152400" y="1577788"/>
            <a:ext cx="7772400" cy="1510852"/>
          </a:xfrm>
          <a:prstGeom prst="rect">
            <a:avLst/>
          </a:prstGeom>
        </p:spPr>
      </p:pic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56DDB9A-8299-3D83-7576-A69168E9F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203319"/>
            <a:ext cx="7772400" cy="21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33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378D-A4F2-B446-A7D1-A64D98D0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74959-5474-6EAF-2B4F-8441486D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63AFE-7698-93F1-2F6B-61045698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BF318-F50C-019D-342E-B1DF26E0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E325330-2016-D4D0-03AD-1C049BAE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5443"/>
            <a:ext cx="7772400" cy="223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0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88B2-9F27-EAEB-5C0A-ADA3B396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5C9A-3455-DE2A-0238-63212116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5"/>
            <a:ext cx="11861805" cy="1835710"/>
          </a:xfrm>
        </p:spPr>
        <p:txBody>
          <a:bodyPr anchor="t">
            <a:normAutofit/>
          </a:bodyPr>
          <a:lstStyle/>
          <a:p>
            <a:r>
              <a:rPr lang="en-US" dirty="0"/>
              <a:t>Lab 8</a:t>
            </a:r>
            <a:br>
              <a:rPr lang="en-US" dirty="0"/>
            </a:br>
            <a:r>
              <a:rPr lang="en-US" dirty="0"/>
              <a:t>FPGA PWM controller used for LED breathing effect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E7CC9-6094-F83E-D53F-1B882E41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7D41B-2DF8-24E4-80EB-10F856AE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89F11-DFE4-3DB7-D4B9-70617C27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75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831D-7EE9-8F96-3CC0-17CE864B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C5E95-781C-B4A1-9DA1-D41D71CA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B06FD-DC42-2A37-C456-38F5D4C8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2F3B-1E6B-9D88-A8AA-5BABEC4E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E8990ECC-F06E-65DC-7AD0-75F31E954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1812979"/>
            <a:ext cx="4186521" cy="3924432"/>
          </a:xfrm>
          <a:prstGeom prst="rect">
            <a:avLst/>
          </a:prstGeom>
        </p:spPr>
      </p:pic>
      <p:pic>
        <p:nvPicPr>
          <p:cNvPr id="9" name="Picture 8" descr="A diagram of a power curve&#10;&#10;AI-generated content may be incorrect.">
            <a:extLst>
              <a:ext uri="{FF2B5EF4-FFF2-40B4-BE49-F238E27FC236}">
                <a16:creationId xmlns:a16="http://schemas.microsoft.com/office/drawing/2014/main" id="{141B7946-17EB-42A4-EA67-3376E39B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025169"/>
            <a:ext cx="7772400" cy="34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10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E47E-C9F1-4473-EF3A-12ACF176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6BCD4-44AE-0281-1B1D-72B9CD78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D8BD6-9020-3566-C328-14E09DCF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AD1A5-F549-1C27-91F8-0EDD5C61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 descr="A diagram of a diagram of a cycle&#10;&#10;AI-generated content may be incorrect.">
            <a:extLst>
              <a:ext uri="{FF2B5EF4-FFF2-40B4-BE49-F238E27FC236}">
                <a16:creationId xmlns:a16="http://schemas.microsoft.com/office/drawing/2014/main" id="{9B12CA96-DE4C-7CC2-F16C-6ABAA34BF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861" y="1805457"/>
            <a:ext cx="5174876" cy="39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6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C35-D1B5-0DDB-6E74-E4D1DECB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AA82B-873C-BA3A-71EE-25CBED7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7709-A996-F678-8735-0D17F846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C889A-6888-B49A-51DD-597956B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13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D09-9360-9E12-1935-0ED34C3F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D4AA3-2805-A55F-2A4D-F6833C98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E8780-D153-5368-8F48-9762B7D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A955-28A5-56E5-673D-9E24662E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73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8023-AF5A-4E6D-4418-750D1640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9AF3E-D271-0D0E-8F8F-AC42B117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5BE5-0B0D-BB52-FF35-4693413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42B2F-FDB6-AF53-7B37-5DD5F6FC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DE55867-5D67-1E41-9192-86340F9BEBDB}" vid="{B520FB49-E285-CC43-B384-56C483B2E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390</Words>
  <Application>Microsoft Macintosh PowerPoint</Application>
  <PresentationFormat>Widescreen</PresentationFormat>
  <Paragraphs>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Labs</vt:lpstr>
      <vt:lpstr>Lab 0 Keypad PCB with KiCAD</vt:lpstr>
      <vt:lpstr>Schematic</vt:lpstr>
      <vt:lpstr>Layout</vt:lpstr>
      <vt:lpstr>Lab 1 Current sensing PCB</vt:lpstr>
      <vt:lpstr>Block Diagram</vt:lpstr>
      <vt:lpstr>Layout and 3D model</vt:lpstr>
      <vt:lpstr>Lab 2 Insert an FPGA in your PCB (quick preview)</vt:lpstr>
      <vt:lpstr>Lab 3 Inverter, logic gates and mux in VHDL</vt:lpstr>
      <vt:lpstr>PowerPoint Presentation</vt:lpstr>
      <vt:lpstr>PowerPoint Presentation</vt:lpstr>
      <vt:lpstr>Lab 4 Length tuning and de-skewing in KiCAD</vt:lpstr>
      <vt:lpstr>Lab 5 BCD counter in VHDL and differnt ways of dividing clock</vt:lpstr>
      <vt:lpstr>Lab 6 LTspice labs</vt:lpstr>
      <vt:lpstr>Lab 7 FIR filter and DDS compiler using FPGA</vt:lpstr>
      <vt:lpstr>The filter architecture</vt:lpstr>
      <vt:lpstr>PowerPoint Presentation</vt:lpstr>
      <vt:lpstr>PowerPoint Presentation</vt:lpstr>
      <vt:lpstr>Lab 8 FPGA PWM controller used for LED breathing effect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Cristi Zugravel</dc:creator>
  <cp:lastModifiedBy>Stefan Cristi Zugravel</cp:lastModifiedBy>
  <cp:revision>7</cp:revision>
  <dcterms:created xsi:type="dcterms:W3CDTF">2025-12-19T16:19:35Z</dcterms:created>
  <dcterms:modified xsi:type="dcterms:W3CDTF">2026-01-12T10:46:29Z</dcterms:modified>
</cp:coreProperties>
</file>