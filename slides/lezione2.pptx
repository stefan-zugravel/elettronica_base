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2" r:id="rId5"/>
    <p:sldId id="259" r:id="rId6"/>
    <p:sldId id="261" r:id="rId7"/>
    <p:sldId id="260" r:id="rId8"/>
    <p:sldId id="264" r:id="rId9"/>
    <p:sldId id="263" r:id="rId10"/>
    <p:sldId id="269" r:id="rId11"/>
    <p:sldId id="270" r:id="rId12"/>
    <p:sldId id="274" r:id="rId13"/>
    <p:sldId id="275" r:id="rId14"/>
    <p:sldId id="266" r:id="rId15"/>
    <p:sldId id="262" r:id="rId16"/>
    <p:sldId id="267" r:id="rId17"/>
    <p:sldId id="268" r:id="rId18"/>
    <p:sldId id="271" r:id="rId19"/>
    <p:sldId id="27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19"/>
    <p:restoredTop sz="94404"/>
  </p:normalViewPr>
  <p:slideViewPr>
    <p:cSldViewPr snapToGrid="0">
      <p:cViewPr varScale="1">
        <p:scale>
          <a:sx n="108" d="100"/>
          <a:sy n="108" d="100"/>
        </p:scale>
        <p:origin x="1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E4411-F617-6844-B543-1D0C1529BD09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1362C-BAF5-F649-B307-735187DD2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CC09-4F99-73CF-3366-BF8553ECF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83AEC-9108-F6A8-E7DC-3EC9CBC8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21C4-69B6-52C3-D54E-D60D3B6C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18E1-7780-0444-88D5-285D16C5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649C-D98B-6F9D-14BF-9570D30E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F207-E794-97E7-C24F-26200A8A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554C-0CAC-9D52-F13B-6508B076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4980E-BC28-A35E-E794-F0565658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B525C-D173-F9E8-331C-2C132E1A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FE64-D721-0A1E-66D3-C9B6123A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1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8E39-A926-C5D4-9AD2-2FA4CA39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4202-5CE0-9436-AC2D-95C4864A0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BABE-7373-84FF-EB0E-C5D958B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7F5CC-9E1E-F96B-112F-38B46DF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FD4D-8A85-6469-838B-313ECA18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3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D3CA-F062-F77B-B074-2A33BAC0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AA04-2768-7AC8-DBBB-A6B82146F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78161-6FD8-7284-D0FA-83D5C5DD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5B2D6-474C-6E37-53B5-7091AA12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31AC5-061B-0D20-719B-32067F6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8CA48-E113-973F-F95E-F67A004C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ABF5-1272-0F68-EDEF-3453397E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C664-453D-E132-E2B4-24BFCCBE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72550-C703-F076-4460-4A4FEE8C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E0DCA-2861-F3F6-B1CB-72364E671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45173-E99E-415F-8BD5-99EA69B61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21D1C-2FAD-FA37-88B0-C3659B8E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E07A7-5BF9-9B60-25C5-13688C0A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0E01F-A640-4955-1894-A519A908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70AB-F38F-99EA-731C-6BA901DB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A3DDD-C652-331A-175D-7D760C35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2C9BC-97D0-A2CB-88C8-4CF04BB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02680-3FDF-DFD1-6CB5-5D4B747B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6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E201-D63C-60D5-E2EC-B9EBCB9E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6D342-1931-2AA9-7687-847C7586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660A9-F43D-227C-8234-BEE60AD3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9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EEB-6C02-EE30-731A-E8DC27692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621-A74F-6FD6-AF9C-7460CA25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421CD-9C08-A7FA-6BA1-068FB504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B45AB-3867-817E-B76E-AD80391F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23CDE-B99F-2B00-1084-5515E91F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F4A5B-153A-F4A2-81D6-4F6CDAC9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E77E-622F-E699-2C0C-A966E665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DF43E-D898-8F05-6B59-BC75E23ED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66EBC-ABE3-35FC-79CE-41D83BEFD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D10DD-E564-924A-81B0-55051280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CF2CA-200F-385D-6F98-F5283340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D4557-82BF-F2CD-B5F6-453611F6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6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E643-7B29-C55D-D719-874E338A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B2EFE-7A94-BB1F-7602-AC3179B94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5185-4074-5175-94CD-23FE2ABA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3EA6-4656-6E06-A172-6F5455A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D197-7D89-DA98-857A-C77CE6B7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8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97297-C2CE-3D6C-773C-F5EB862F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970A-2CB4-0F8F-BDA7-74352434A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5B086-673B-B729-FD68-7FE63355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8E6A-802F-3B39-3714-87A12F88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20551-5951-58F9-8A60-63056AC9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0F075-3597-1995-5933-30721CFF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1048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E9CD7-3294-BD6F-6A39-47EEF2A68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444624"/>
            <a:ext cx="11260666" cy="4676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95D53-F3BA-4A9E-FB43-580B243B2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3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DC6F5-2297-C89D-3F5F-22CFBCDDE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0B34-7185-C310-F8B4-DCF2EB1AC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00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1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E2A9-1BBB-033E-FB60-A29460223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noProof="0" dirty="0"/>
              <a:t>Lezione 2</a:t>
            </a:r>
            <a:br>
              <a:rPr lang="it-IT" noProof="0" dirty="0"/>
            </a:br>
            <a:r>
              <a:rPr lang="it-IT" noProof="0" dirty="0"/>
              <a:t>Spice </a:t>
            </a:r>
            <a:r>
              <a:rPr lang="it-IT" noProof="0" dirty="0" err="1"/>
              <a:t>simulation</a:t>
            </a:r>
            <a:endParaRPr lang="it-IT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11EB-655F-BF24-C191-876947CFA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Stefan Cristi Zugravel</a:t>
            </a:r>
            <a:br>
              <a:rPr lang="it-IT" noProof="0" dirty="0"/>
            </a:br>
            <a:r>
              <a:rPr lang="it-IT" noProof="0" dirty="0"/>
              <a:t>15/01/2026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F82B-882C-1CE2-F12C-EDDE04BD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4D199-64B3-165F-3947-6C87785A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2777-6923-89C2-B843-DEF51F5D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6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4B3C-B2F0-057A-4F99-5926DF40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SPICE?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069D2-11D9-4624-4A46-6A34A399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9AE5E-D7FC-B204-4711-0A934E3F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E9EEB-2B8C-6504-1628-261C93B5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A475A-6635-E1C4-FEBF-F5E2EC08A240}"/>
              </a:ext>
            </a:extLst>
          </p:cNvPr>
          <p:cNvSpPr txBox="1"/>
          <p:nvPr/>
        </p:nvSpPr>
        <p:spPr>
          <a:xfrm>
            <a:off x="667871" y="985299"/>
            <a:ext cx="92201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</a:t>
            </a:r>
            <a:r>
              <a:rPr lang="en-US" sz="2400" dirty="0"/>
              <a:t>imulation </a:t>
            </a:r>
            <a:r>
              <a:rPr lang="en-US" sz="2400" b="1" dirty="0"/>
              <a:t>P</a:t>
            </a:r>
            <a:r>
              <a:rPr lang="en-US" sz="2400" dirty="0"/>
              <a:t>rogram with </a:t>
            </a:r>
            <a:r>
              <a:rPr lang="en-US" sz="2400" b="1" dirty="0"/>
              <a:t>I</a:t>
            </a:r>
            <a:r>
              <a:rPr lang="en-US" sz="2400" dirty="0"/>
              <a:t>ntegrated </a:t>
            </a:r>
            <a:r>
              <a:rPr lang="en-US" sz="2400" b="1" dirty="0"/>
              <a:t>C</a:t>
            </a:r>
            <a:r>
              <a:rPr lang="en-US" sz="2400" dirty="0"/>
              <a:t>ircuit </a:t>
            </a:r>
            <a:r>
              <a:rPr lang="en-US" sz="2400" b="1" dirty="0"/>
              <a:t>E</a:t>
            </a:r>
            <a:r>
              <a:rPr lang="en-US" sz="2400" dirty="0"/>
              <a:t>mphasis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Developed in 1973 by Laurence Nagel at UC Berkeley’s Electronics Research Laboratory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Dependent on user defined device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4B90CB-39BE-E90E-5803-3F846959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050" y="2536492"/>
            <a:ext cx="7772400" cy="381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1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831D-7EE9-8F96-3CC0-17CE864B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LTspice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C5E95-781C-B4A1-9DA1-D41D71CA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B06FD-DC42-2A37-C456-38F5D4C8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2F3B-1E6B-9D88-A8AA-5BABEC4E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AA2F8-2AB2-1080-3D17-5C92A231778F}"/>
              </a:ext>
            </a:extLst>
          </p:cNvPr>
          <p:cNvSpPr txBox="1"/>
          <p:nvPr/>
        </p:nvSpPr>
        <p:spPr>
          <a:xfrm>
            <a:off x="588686" y="1073877"/>
            <a:ext cx="100539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Developed in 1998 at </a:t>
            </a:r>
            <a:r>
              <a:rPr lang="en-US" sz="2400" b="1" dirty="0"/>
              <a:t>Linear Technology Corporation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GUI, simulator, and schematic -&gt; netlist for SPICE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FREE and comes with tons of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2BDA9F-121F-4DC8-AF94-662BAFB0E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34" y="2348753"/>
            <a:ext cx="10206929" cy="3435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AAE302-AC8D-229B-3CF6-FF0E74EF21CE}"/>
              </a:ext>
            </a:extLst>
          </p:cNvPr>
          <p:cNvSpPr txBox="1"/>
          <p:nvPr/>
        </p:nvSpPr>
        <p:spPr>
          <a:xfrm>
            <a:off x="588686" y="5627837"/>
            <a:ext cx="1081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Linear Technology </a:t>
            </a:r>
            <a:r>
              <a:rPr lang="en-US" sz="2400" dirty="0"/>
              <a:t>was acquired by </a:t>
            </a:r>
            <a:r>
              <a:rPr lang="en-US" sz="2400" b="1" dirty="0"/>
              <a:t>Analog Devices </a:t>
            </a:r>
            <a:r>
              <a:rPr lang="en-US" sz="2400" dirty="0"/>
              <a:t>in 2017</a:t>
            </a:r>
          </a:p>
        </p:txBody>
      </p:sp>
    </p:spTree>
    <p:extLst>
      <p:ext uri="{BB962C8B-B14F-4D97-AF65-F5344CB8AC3E}">
        <p14:creationId xmlns:p14="http://schemas.microsoft.com/office/powerpoint/2010/main" val="369681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25E4-6061-50DE-6730-C1718B69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Should My Circuit Do?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89874-65F9-2FC9-5AA2-39F40162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C3A06-E02D-1FDF-31D3-6C4F65F2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6EF5B-C488-CE03-14EF-D728CAF0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7C92F-024E-888E-6F82-B793892332B9}"/>
              </a:ext>
            </a:extLst>
          </p:cNvPr>
          <p:cNvSpPr txBox="1"/>
          <p:nvPr/>
        </p:nvSpPr>
        <p:spPr>
          <a:xfrm>
            <a:off x="1905000" y="1696424"/>
            <a:ext cx="838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very first step to any simulation is to </a:t>
            </a:r>
            <a:r>
              <a:rPr lang="en-US" b="1" dirty="0"/>
              <a:t>know how your circuit should behave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 is a verification tool NOT A CIRCUIT SOLVER.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So how should this circuit behave?</a:t>
            </a:r>
          </a:p>
        </p:txBody>
      </p:sp>
    </p:spTree>
    <p:extLst>
      <p:ext uri="{BB962C8B-B14F-4D97-AF65-F5344CB8AC3E}">
        <p14:creationId xmlns:p14="http://schemas.microsoft.com/office/powerpoint/2010/main" val="239168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E47E-C9F1-4473-EF3A-12ACF176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6BCD4-44AE-0281-1B1D-72B9CD78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D8BD6-9020-3566-C328-14E09DCF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AD1A5-F549-1C27-91F8-0EDD5C61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C7986-B314-62C4-F4CD-E1006818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48" y="1255058"/>
            <a:ext cx="9720155" cy="48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8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0D09-9360-9E12-1935-0ED34C3F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Labels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D4AA3-2805-A55F-2A4D-F6833C98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E8780-D153-5368-8F48-9762B7D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A955-28A5-56E5-673D-9E24662E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37652C-1826-9DF6-919D-5CDAACC49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25" y="1623357"/>
            <a:ext cx="672353" cy="644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C064BF-0D39-F7B6-C7B2-571DD1264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70" y="2402540"/>
            <a:ext cx="1353864" cy="38189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D83628-C589-E05D-35C6-C2005D54AA5E}"/>
              </a:ext>
            </a:extLst>
          </p:cNvPr>
          <p:cNvSpPr txBox="1"/>
          <p:nvPr/>
        </p:nvSpPr>
        <p:spPr>
          <a:xfrm>
            <a:off x="3056966" y="1482865"/>
            <a:ext cx="81623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By labeling nets you can avoid a giant mess of wires.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Always use these for at least your power supplies.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you start making large circuits, your power supplies will provide energy all over your schematic.</a:t>
            </a:r>
          </a:p>
        </p:txBody>
      </p:sp>
    </p:spTree>
    <p:extLst>
      <p:ext uri="{BB962C8B-B14F-4D97-AF65-F5344CB8AC3E}">
        <p14:creationId xmlns:p14="http://schemas.microsoft.com/office/powerpoint/2010/main" val="63127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C35-D1B5-0DDB-6E74-E4D1DECB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to Menu Item Matchup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AA82B-873C-BA3A-71EE-25CBED7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7709-A996-F678-8735-0D17F846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C889A-6888-B49A-51DD-597956B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7EA7D-EBB0-B65B-9CC8-A86433CE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22" y="1185334"/>
            <a:ext cx="8825753" cy="468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1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BD6A-5412-87D7-277C-62E96C04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Simulation: DC Operating Point Analysis (.op)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19888-BA3D-DAD4-1C67-5DA4A8AC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3FE1B-DD3B-7112-A19F-9B35C28C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8B4F2-5C21-2734-A098-4AD95176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D4F82-ABA8-B0B8-8130-4C0BBE831FE3}"/>
              </a:ext>
            </a:extLst>
          </p:cNvPr>
          <p:cNvSpPr txBox="1"/>
          <p:nvPr/>
        </p:nvSpPr>
        <p:spPr>
          <a:xfrm>
            <a:off x="177798" y="1185334"/>
            <a:ext cx="118364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“The DC operating point analysis calculates the </a:t>
            </a:r>
            <a:r>
              <a:rPr lang="en-US" sz="2400" b="1" dirty="0"/>
              <a:t>DC voltage </a:t>
            </a:r>
            <a:r>
              <a:rPr lang="en-US" sz="2400" dirty="0"/>
              <a:t>and current of each node in the </a:t>
            </a:r>
            <a:r>
              <a:rPr lang="en-US" sz="2400" b="1" dirty="0"/>
              <a:t>steady state </a:t>
            </a:r>
            <a:r>
              <a:rPr lang="en-US" sz="2400" dirty="0"/>
              <a:t>of the electronic circuit.”</a:t>
            </a:r>
          </a:p>
        </p:txBody>
      </p:sp>
    </p:spTree>
    <p:extLst>
      <p:ext uri="{BB962C8B-B14F-4D97-AF65-F5344CB8AC3E}">
        <p14:creationId xmlns:p14="http://schemas.microsoft.com/office/powerpoint/2010/main" val="3302210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FFBF-4850-DF7A-9684-44B15D9B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Simulation: Transient (.</a:t>
            </a:r>
            <a:r>
              <a:rPr lang="en-US" dirty="0" err="1"/>
              <a:t>tran</a:t>
            </a:r>
            <a:r>
              <a:rPr lang="en-US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2DCE1-12E6-3A7C-EC29-E1ECB4AE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46DF4-B6C4-6DE7-EBD2-D7250122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0E47D-90CF-A7E2-7F18-A6A1F481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C68D81-ECA3-DBF4-D254-ACF744999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98" y="2715994"/>
            <a:ext cx="3695700" cy="264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95196-AFAD-F5F1-F35C-52746A807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273" y="1189816"/>
            <a:ext cx="5870254" cy="45387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659330-59C7-B673-FC46-1414B126A510}"/>
              </a:ext>
            </a:extLst>
          </p:cNvPr>
          <p:cNvSpPr txBox="1"/>
          <p:nvPr/>
        </p:nvSpPr>
        <p:spPr>
          <a:xfrm>
            <a:off x="3693459" y="2191435"/>
            <a:ext cx="2608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effectLst/>
              </a:rPr>
              <a:t>This is all you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</a:rPr>
              <a:t>really need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51FF49-E49E-2494-C10E-3D39C44A076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302189" y="2376101"/>
            <a:ext cx="158675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41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57CD-AC6B-8B38-F620-6A3833C1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AC (.ac)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482B2-4527-57F1-3423-B89D654D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AF6EC-9E9B-7CA8-495B-A2BE0D1C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021BA-37AA-AA0F-D704-F7B20B30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44522C-E7B2-62FE-4B98-5DA593C5F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73" y="1559858"/>
            <a:ext cx="8869488" cy="4603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13EEB6-4B3D-F49F-7509-603C20AC956B}"/>
              </a:ext>
            </a:extLst>
          </p:cNvPr>
          <p:cNvSpPr txBox="1"/>
          <p:nvPr/>
        </p:nvSpPr>
        <p:spPr>
          <a:xfrm>
            <a:off x="1156447" y="1133539"/>
            <a:ext cx="6113928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AC simulation gives </a:t>
            </a:r>
            <a:r>
              <a:rPr lang="en-US" sz="2400" b="1" dirty="0"/>
              <a:t>Voltage and/or Current </a:t>
            </a:r>
            <a:r>
              <a:rPr lang="en-US" sz="2400" b="1" dirty="0" err="1"/>
              <a:t>vs.frequency</a:t>
            </a:r>
            <a:r>
              <a:rPr lang="en-US" sz="24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D795E-B3B7-601C-29C1-FFAA74488650}"/>
              </a:ext>
            </a:extLst>
          </p:cNvPr>
          <p:cNvSpPr txBox="1"/>
          <p:nvPr/>
        </p:nvSpPr>
        <p:spPr>
          <a:xfrm>
            <a:off x="4840939" y="337764"/>
            <a:ext cx="6929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“The small signal analysis results are plotted in the waveform viewer as magnitude and phase over frequency.”</a:t>
            </a:r>
          </a:p>
        </p:txBody>
      </p:sp>
    </p:spTree>
    <p:extLst>
      <p:ext uri="{BB962C8B-B14F-4D97-AF65-F5344CB8AC3E}">
        <p14:creationId xmlns:p14="http://schemas.microsoft.com/office/powerpoint/2010/main" val="324166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6737-0327-CC65-6BED-2944F4C8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AC (.ac) - 2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A0445-2A7F-3213-18C6-C8F409C3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B1208-D639-793F-E98A-793E14ED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3DA69-D640-990E-C6AF-670F12F2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7F705-0E4C-F7DE-7DF3-67145D70C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18" y="1445626"/>
            <a:ext cx="10175963" cy="396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2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5CA9-8107-A114-D095-52687B098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AC (.ac) - 3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2F995-475C-7CE6-8D47-BA200CE3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4C7D5-7D96-7850-B1D3-9C588096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B26E7-5A56-D5BA-8B5D-9DFF27BA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1CF190-1B75-9BF5-BD2C-196E677298D2}"/>
              </a:ext>
            </a:extLst>
          </p:cNvPr>
          <p:cNvSpPr txBox="1"/>
          <p:nvPr/>
        </p:nvSpPr>
        <p:spPr>
          <a:xfrm>
            <a:off x="681318" y="1354594"/>
            <a:ext cx="77499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Small-signal AC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Does </a:t>
            </a:r>
            <a:r>
              <a:rPr lang="en-US" sz="2400" b="1" dirty="0"/>
              <a:t>not</a:t>
            </a:r>
            <a:r>
              <a:rPr lang="en-US" sz="2400" dirty="0"/>
              <a:t> simulate time-domain waveforms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Does </a:t>
            </a:r>
            <a:r>
              <a:rPr lang="en-US" sz="2400" b="1" dirty="0"/>
              <a:t>not</a:t>
            </a:r>
            <a:r>
              <a:rPr lang="en-US" sz="2400" dirty="0"/>
              <a:t> show distortion or clipping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Does </a:t>
            </a:r>
            <a:r>
              <a:rPr lang="en-US" sz="2400" b="1" dirty="0"/>
              <a:t>not</a:t>
            </a:r>
            <a:r>
              <a:rPr lang="en-US" sz="2400" dirty="0"/>
              <a:t> handle large input swings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Does </a:t>
            </a:r>
            <a:r>
              <a:rPr lang="en-US" sz="2400" b="1" dirty="0"/>
              <a:t>not</a:t>
            </a:r>
            <a:r>
              <a:rPr lang="en-US" sz="2400" dirty="0"/>
              <a:t> model switching behavior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22F9A-3A51-5B3E-0216-BD2AAE528D44}"/>
              </a:ext>
            </a:extLst>
          </p:cNvPr>
          <p:cNvSpPr txBox="1"/>
          <p:nvPr/>
        </p:nvSpPr>
        <p:spPr>
          <a:xfrm>
            <a:off x="681318" y="4017265"/>
            <a:ext cx="7971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When you set AC: 1 V it is not really 1 V, it is symbolic</a:t>
            </a:r>
          </a:p>
        </p:txBody>
      </p:sp>
    </p:spTree>
    <p:extLst>
      <p:ext uri="{BB962C8B-B14F-4D97-AF65-F5344CB8AC3E}">
        <p14:creationId xmlns:p14="http://schemas.microsoft.com/office/powerpoint/2010/main" val="1203586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9F5F-E715-42C9-10BA-9262C9E7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DC Sweep (.dc)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F9975-D5D4-E9CD-5A54-AD5A1563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5F2C6-6782-0807-BDB1-77B4F5E5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3ADF3-C4F8-2342-6C5B-4DDB1DF1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CFF2B-C956-1B90-0082-BF2922B78E55}"/>
              </a:ext>
            </a:extLst>
          </p:cNvPr>
          <p:cNvSpPr txBox="1"/>
          <p:nvPr/>
        </p:nvSpPr>
        <p:spPr>
          <a:xfrm>
            <a:off x="152397" y="948936"/>
            <a:ext cx="10381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DC sweep analysis sweeps the DC voltage of the input signal of the electronic circuit.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is used to analyze DC characteristics of diodes, transistors, op amps and so on.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F14CCC-989C-8A7E-7D38-881B6E092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656" y="1656822"/>
            <a:ext cx="7264688" cy="469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800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BAAFD0-01CD-515E-EA4D-A02A933A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6A60F-48D7-40E1-342C-D8FABD2E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24FC5-6323-A587-7FF3-3CBDB628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1A6D8-AC36-32D6-1136-493E571CF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64" y="0"/>
            <a:ext cx="8592672" cy="64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41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8023-AF5A-4E6D-4418-750D1640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9AF3E-D271-0D0E-8F8F-AC42B117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5BE5-0B0D-BB52-FF35-4693413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42B2F-FDB6-AF53-7B37-5DD5F6FC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0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237F-F634-FD7A-1BAB-D143BF33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9902B-84E1-602A-EF61-656DAF56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18F44-3957-6CEF-C2CC-52B9551A2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82A30-7EAA-8F00-7106-BA69A55B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15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AC1A-7161-A6FD-288F-4E370396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571D6-2A3A-4BAB-8976-4727C0F5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E0C11-1069-C1DB-BB78-E93E9BF0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5A397-3940-1BD3-A251-C597FFF3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17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E3EB-C4ED-4652-7752-68DA419D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C27C9-7995-07BE-C555-383822CF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3095F-EE95-C709-3EA3-D8146378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1527A-93F1-CCB6-74B2-697E4B9E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16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16BE-D006-9849-F2EE-4509081A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FEB70-D6E4-9697-98E2-B7632577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5B231-80E0-38B7-96C2-B1B7D00C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C70FE-7B76-FFBE-6315-D3E506BB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40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99BE-1D8B-2566-004C-B51CDD47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A7092-49D9-9700-EDD1-07114940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A5C09-973F-7844-5BDD-864BA759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32859-73D6-2559-95E7-D76C571E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1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DE55867-5D67-1E41-9192-86340F9BEBDB}" vid="{B520FB49-E285-CC43-B384-56C483B2EB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852</TotalTime>
  <Words>584</Words>
  <Application>Microsoft Macintosh PowerPoint</Application>
  <PresentationFormat>Widescreen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Lezione 2 Spice simulation</vt:lpstr>
      <vt:lpstr>What is SPICE?</vt:lpstr>
      <vt:lpstr>LTspice</vt:lpstr>
      <vt:lpstr>What Should My Circuit Do?</vt:lpstr>
      <vt:lpstr>Getting Started</vt:lpstr>
      <vt:lpstr>Net Labels</vt:lpstr>
      <vt:lpstr>Component to Menu Item Matchup</vt:lpstr>
      <vt:lpstr>Simulation: DC Operating Point Analysis (.op)</vt:lpstr>
      <vt:lpstr>Simulation: Transient (.tran)</vt:lpstr>
      <vt:lpstr>Simulation: AC (.ac) - 1</vt:lpstr>
      <vt:lpstr>Simulation: AC (.ac) - 2</vt:lpstr>
      <vt:lpstr>Simulation: AC (.ac) - 3</vt:lpstr>
      <vt:lpstr>Simulation: DC Sweep (.dc)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Cristi Zugravel</dc:creator>
  <cp:lastModifiedBy>Stefan Cristi Zugravel</cp:lastModifiedBy>
  <cp:revision>12</cp:revision>
  <dcterms:created xsi:type="dcterms:W3CDTF">2025-12-19T16:19:35Z</dcterms:created>
  <dcterms:modified xsi:type="dcterms:W3CDTF">2026-01-08T15:28:32Z</dcterms:modified>
</cp:coreProperties>
</file>