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91"/>
    <p:restoredTop sz="94622"/>
  </p:normalViewPr>
  <p:slideViewPr>
    <p:cSldViewPr snapToGrid="0">
      <p:cViewPr varScale="1">
        <p:scale>
          <a:sx n="108" d="100"/>
          <a:sy n="108" d="100"/>
        </p:scale>
        <p:origin x="12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411-F617-6844-B543-1D0C1529BD09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1362C-BAF5-F649-B307-735187DD2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83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0CC09-4F99-73CF-3366-BF8553ECF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83AEC-9108-F6A8-E7DC-3EC9CBC8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821C4-69B6-52C3-D54E-D60D3B6C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18E1-7780-0444-88D5-285D16C5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649C-D98B-6F9D-14BF-9570D3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9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F207-E794-97E7-C24F-26200A8A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554C-0CAC-9D52-F13B-6508B076C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980E-BC28-A35E-E794-F0565658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B525C-D173-F9E8-331C-2C132E1A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9FE64-D721-0A1E-66D3-C9B6123A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8E39-A926-C5D4-9AD2-2FA4CA39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E4202-5CE0-9436-AC2D-95C4864A0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BABE-7373-84FF-EB0E-C5D958B8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7F5CC-9E1E-F96B-112F-38B46DF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EFD4D-8A85-6469-838B-313ECA182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3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D3CA-F062-F77B-B074-2A33BAC0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AA04-2768-7AC8-DBBB-A6B82146F0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B78161-6FD8-7284-D0FA-83D5C5DD6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5B2D6-474C-6E37-53B5-7091AA12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1AC5-061B-0D20-719B-32067F68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8CA48-E113-973F-F95E-F67A004C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ABF5-1272-0F68-EDEF-3453397E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7C664-453D-E132-E2B4-24BFCCBE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72550-C703-F076-4460-4A4FEE8C5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E0DCA-2861-F3F6-B1CB-72364E67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745173-E99E-415F-8BD5-99EA69B61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21D1C-2FAD-FA37-88B0-C3659B8E4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E07A7-5BF9-9B60-25C5-13688C0A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0E01F-A640-4955-1894-A519A908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70AB-F38F-99EA-731C-6BA901DB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1A3DDD-C652-331A-175D-7D760C35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C9BC-97D0-A2CB-88C8-4CF04BBA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B02680-3FDF-DFD1-6CB5-5D4B747B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6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5FE201-D63C-60D5-E2EC-B9EBCB9E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D342-1931-2AA9-7687-847C75860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660A9-F43D-227C-8234-BEE60AD3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93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C7EEB-6C02-EE30-731A-E8DC27692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621-A74F-6FD6-AF9C-7460CA255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421CD-9C08-A7FA-6BA1-068FB504A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B45AB-3867-817E-B76E-AD80391FF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23CDE-B99F-2B00-1084-5515E91F8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F4A5B-153A-F4A2-81D6-4F6CDAC9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11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E77E-622F-E699-2C0C-A966E665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DF43E-D898-8F05-6B59-BC75E23E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6EBC-ABE3-35FC-79CE-41D83BE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D10DD-E564-924A-81B0-55051280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CF2CA-200F-385D-6F98-F5283340C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D4557-82BF-F2CD-B5F6-453611F6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6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4E643-7B29-C55D-D719-874E338A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B2EFE-7A94-BB1F-7602-AC3179B94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5185-4074-5175-94CD-23FE2ABA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3EA6-4656-6E06-A172-6F5455A6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7D197-7D89-DA98-857A-C77CE6B7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1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997297-C2CE-3D6C-773C-F5EB862FF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3970A-2CB4-0F8F-BDA7-74352434A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5B086-673B-B729-FD68-7FE63355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8E6A-802F-3B39-3714-87A12F88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20551-5951-58F9-8A60-63056AC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0F075-3597-1995-5933-30721CFFF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7" y="136526"/>
            <a:ext cx="11861805" cy="1048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DE9CD7-3294-BD6F-6A39-47EEF2A68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667" y="1444624"/>
            <a:ext cx="11260666" cy="4676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95D53-F3BA-4A9E-FB43-580B243B2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3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15/01/2026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DC6F5-2297-C89D-3F5F-22CFBCDDED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Stefan Cristi Zugravel, elettronica base, TPS lezione 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70B34-7185-C310-F8B4-DCF2EB1AC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10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F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E2A9-1BBB-033E-FB60-A29460223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Lezione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211EB-655F-BF24-C191-876947CFA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Stefan Cristi Zugravel</a:t>
            </a:r>
            <a:br>
              <a:rPr lang="it-IT" noProof="0" dirty="0"/>
            </a:br>
            <a:r>
              <a:rPr lang="it-IT" noProof="0" dirty="0"/>
              <a:t>15/01/2026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8F82B-882C-1CE2-F12C-EDDE04BDA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D199-64B3-165F-3947-6C87785A3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32777-6923-89C2-B843-DEF51F5D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6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64B3C-B2F0-057A-4F99-5926DF40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069D2-11D9-4624-4A46-6A34A399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9AE5E-D7FC-B204-4711-0A934E3F2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E9EEB-2B8C-6504-1628-261C93B5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81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831D-7EE9-8F96-3CC0-17CE864B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CC5E95-781C-B4A1-9DA1-D41D71CA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DB06FD-DC42-2A37-C456-38F5D4C87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82F3B-1E6B-9D88-A8AA-5BABEC4E6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10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E47E-C9F1-4473-EF3A-12ACF17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6BCD4-44AE-0281-1B1D-72B9CD78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D8BD6-9020-3566-C328-14E09DCF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AD1A5-F549-1C27-91F8-0EDD5C616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086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5CC35-D1B5-0DDB-6E74-E4D1DECBB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AA82B-873C-BA3A-71EE-25CBED7C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7709-A996-F678-8735-0D17F846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C889A-6888-B49A-51DD-597956B14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613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D0D09-9360-9E12-1935-0ED34C3F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D4AA3-2805-A55F-2A4D-F6833C98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1E8780-D153-5368-8F48-9762B7D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A955-28A5-56E5-673D-9E24662E6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73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8023-AF5A-4E6D-4418-750D1640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9AF3E-D271-0D0E-8F8F-AC42B117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5BE5-0B0D-BB52-FF35-4693413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042B2F-FDB6-AF53-7B37-5DD5F6FC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1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DE55867-5D67-1E41-9192-86340F9BEBDB}" vid="{B520FB49-E285-CC43-B384-56C483B2EB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91</Words>
  <Application>Microsoft Macintosh PowerPoint</Application>
  <PresentationFormat>Widescreen</PresentationFormat>
  <Paragraphs>23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Lezione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Cristi Zugravel</dc:creator>
  <cp:lastModifiedBy>Stefan Cristi Zugravel</cp:lastModifiedBy>
  <cp:revision>3</cp:revision>
  <dcterms:created xsi:type="dcterms:W3CDTF">2025-12-19T16:19:35Z</dcterms:created>
  <dcterms:modified xsi:type="dcterms:W3CDTF">2025-12-19T16:25:30Z</dcterms:modified>
</cp:coreProperties>
</file>