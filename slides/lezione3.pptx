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/>
    <p:restoredTop sz="94622"/>
  </p:normalViewPr>
  <p:slideViewPr>
    <p:cSldViewPr snapToGrid="0">
      <p:cViewPr varScale="1">
        <p:scale>
          <a:sx n="108" d="100"/>
          <a:sy n="108" d="100"/>
        </p:scale>
        <p:origin x="1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noProof="0" dirty="0"/>
              <a:t>19/01/2026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91</Words>
  <Application>Microsoft Macintosh PowerPoint</Application>
  <PresentationFormat>Widescreen</PresentationFormat>
  <Paragraphs>23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Lezione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3</cp:revision>
  <dcterms:created xsi:type="dcterms:W3CDTF">2025-12-19T16:19:35Z</dcterms:created>
  <dcterms:modified xsi:type="dcterms:W3CDTF">2025-12-19T16:25:59Z</dcterms:modified>
</cp:coreProperties>
</file>